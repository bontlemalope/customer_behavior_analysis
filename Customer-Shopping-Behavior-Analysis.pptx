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guide strategic business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34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66566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2264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363135" y="2366566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4363135" y="32264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064794" y="2366566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8064794" y="32264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064794" y="363517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only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15022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832" y="434558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Demographics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6832" y="4754265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Gender, Location, Subscription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47359" y="415022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2716" y="434558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Details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4542716" y="4754265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Item, Category, Amount, Season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033244" y="415022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8600" y="434558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Behavior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228600" y="475426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Discount, Frequency, Reviews, Shipping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945" y="126206"/>
            <a:ext cx="4403615" cy="6605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6362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327249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1594247"/>
            <a:ext cx="6296860" cy="19050"/>
          </a:xfrm>
          <a:prstGeom prst="rect">
            <a:avLst/>
          </a:prstGeom>
          <a:solidFill>
            <a:srgbClr val="686868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1716484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1475" y="2069405"/>
            <a:ext cx="6296860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2606477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2873474"/>
            <a:ext cx="6296860" cy="19050"/>
          </a:xfrm>
          <a:prstGeom prst="rect">
            <a:avLst/>
          </a:prstGeom>
          <a:solidFill>
            <a:srgbClr val="686868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2995712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Standardize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61475" y="3348633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 missing ratings by category median; rename to snake_case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3879354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4146352"/>
            <a:ext cx="6296860" cy="19050"/>
          </a:xfrm>
          <a:prstGeom prst="rect">
            <a:avLst/>
          </a:prstGeom>
          <a:solidFill>
            <a:srgbClr val="686868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4268589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61475" y="4621510"/>
            <a:ext cx="6296860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bins,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1475" y="5158581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1475" y="5425579"/>
            <a:ext cx="6296860" cy="19050"/>
          </a:xfrm>
          <a:prstGeom prst="rect">
            <a:avLst/>
          </a:prstGeom>
          <a:solidFill>
            <a:srgbClr val="686868"/>
          </a:solidFill>
          <a:ln/>
        </p:spPr>
      </p:sp>
      <p:sp>
        <p:nvSpPr>
          <p:cNvPr id="19" name="Text 16"/>
          <p:cNvSpPr/>
          <p:nvPr/>
        </p:nvSpPr>
        <p:spPr>
          <a:xfrm>
            <a:off x="661475" y="5547816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to PostgreSQL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61475" y="5900738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DataFrame ready for SQL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 — $157,890 vs. $75,191.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6E6E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579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shoppers represent 2,652 of 3,900 transactions.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Spending Patterns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spend is nearly identical: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$59.87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(non-subscribers) vs.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$59.49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(subscribers).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73%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customers are non-subscribers — a major growth opportunity.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8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1161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5879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 Breakdown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095897"/>
            <a:ext cx="5203794" cy="12155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48780" y="231030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— 3,116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648780" y="2794595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80% of base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776" y="3500437"/>
            <a:ext cx="5203794" cy="12155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48780" y="371484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 — 701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648780" y="4199136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18% of base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2776" y="4904978"/>
            <a:ext cx="5203794" cy="121552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48780" y="5119390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 — 83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648780" y="5603677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2% of base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2775" y="139402"/>
            <a:ext cx="4385954" cy="6579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4952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Category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61475" y="1421110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3855" y="161349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👗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Clothing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3855" y="201404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 · Pants · Shirt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268485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3855" y="287724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👟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Footwear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3855" y="327779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 · Shoes · Sneakers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394860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3855" y="4140994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💍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Accessories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3855" y="4541540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Jewelry · Sunglasses · Belt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1475" y="5212358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3855" y="5404743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🧥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Outerwear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53855" y="5805289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Jacket · Coat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Young Adults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 in revenue at $62,143 — a prime target for marketing campaigns.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is relatively balanced across all four age groups.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073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681460"/>
            <a:ext cx="6296860" cy="4369197"/>
          </a:xfrm>
          <a:prstGeom prst="roundRect">
            <a:avLst>
              <a:gd name="adj" fmla="val 1817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1687810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hR="66158" wR="66156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6E6E6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187682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228550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9710" y="2776934"/>
            <a:ext cx="6284160" cy="1089124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277693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11" name="Text 8"/>
          <p:cNvSpPr/>
          <p:nvPr/>
        </p:nvSpPr>
        <p:spPr>
          <a:xfrm>
            <a:off x="5428717" y="296594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337462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Purchase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9710" y="3866059"/>
            <a:ext cx="6284160" cy="1089124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386605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15" name="Text 12"/>
          <p:cNvSpPr/>
          <p:nvPr/>
        </p:nvSpPr>
        <p:spPr>
          <a:xfrm>
            <a:off x="5428717" y="40550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8717" y="446375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239710" y="4955183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/>
        </p:spPr>
      </p:sp>
      <p:sp>
        <p:nvSpPr>
          <p:cNvPr id="18" name="Shape 15"/>
          <p:cNvSpPr/>
          <p:nvPr/>
        </p:nvSpPr>
        <p:spPr>
          <a:xfrm>
            <a:off x="5239710" y="495518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19" name="Text 16"/>
          <p:cNvSpPr/>
          <p:nvPr/>
        </p:nvSpPr>
        <p:spPr>
          <a:xfrm>
            <a:off x="5428717" y="51441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5428717" y="55528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73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BD650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172097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2062" y="2172097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942062" y="2580779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261221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2062" y="3261221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942062" y="3669903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toward "Loyal" segment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350345"/>
            <a:ext cx="472468" cy="472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42062" y="4350345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5942062" y="4759027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439470"/>
            <a:ext cx="472468" cy="4724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942062" y="5439470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5942062" y="5848152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Young Adults &amp; express-shipping users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2026-09-14T22:47:49Z</dcterms:created>
  <dcterms:modified xsi:type="dcterms:W3CDTF">2026-09-14T22:47:49Z</dcterms:modified>
</cp:coreProperties>
</file>